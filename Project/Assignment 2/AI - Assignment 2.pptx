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8d4bb0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8d4bb0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8d4bb0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d8d4bb0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8d4bb0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8d4bb0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Cooper Wolf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Models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72675" y="1137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1 - Cold start on User 1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2 - Cold start on User 2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3 - Cold start on User 2 + Tuning hyperparameters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4 - Cold start on User 6 + Tuning hyperparameters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Model 5 - Cold start on User 2 + GridSearch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8" name="Google Shape;68;p15" title="Screenshot 2026-02-10 0935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813" y="1980950"/>
            <a:ext cx="6770375" cy="17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Rating diversity has limited </a:t>
            </a:r>
            <a:r>
              <a:rPr lang="en"/>
              <a:t>effect</a:t>
            </a:r>
            <a:r>
              <a:rPr lang="en"/>
              <a:t> on final scores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Gridsearch </a:t>
            </a:r>
            <a:r>
              <a:rPr lang="en"/>
              <a:t>yielded</a:t>
            </a:r>
            <a:r>
              <a:rPr lang="en"/>
              <a:t> the best results, but by much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2’s ratings trained the best models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